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91" r:id="rId7"/>
    <p:sldId id="266" r:id="rId8"/>
    <p:sldId id="267" r:id="rId9"/>
    <p:sldId id="268" r:id="rId10"/>
    <p:sldId id="285" r:id="rId11"/>
    <p:sldId id="286" r:id="rId12"/>
    <p:sldId id="287" r:id="rId13"/>
    <p:sldId id="269" r:id="rId14"/>
    <p:sldId id="270" r:id="rId15"/>
    <p:sldId id="277" r:id="rId16"/>
    <p:sldId id="288" r:id="rId17"/>
    <p:sldId id="292" r:id="rId18"/>
    <p:sldId id="278" r:id="rId19"/>
    <p:sldId id="279" r:id="rId20"/>
    <p:sldId id="280" r:id="rId21"/>
    <p:sldId id="281" r:id="rId22"/>
    <p:sldId id="284" r:id="rId23"/>
    <p:sldId id="282" r:id="rId24"/>
    <p:sldId id="290" r:id="rId25"/>
    <p:sldId id="273" r:id="rId26"/>
    <p:sldId id="27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1731" y="2130380"/>
            <a:ext cx="8596668" cy="259724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IN" b="1" dirty="0"/>
              <a:t>Enhancing EV Charging Performance with ANN-Controlled Solar/Wind Hybrid Systems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058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85611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785611"/>
            <a:ext cx="9606353" cy="5859888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Method 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4861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83712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681" y="837127"/>
            <a:ext cx="9803083" cy="536489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This project explores the enhancement of electric vehicle (EV) charging performance through the integration of an Artificial Neural Network (ANN) controller within a solar/wind hybrid power system.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The project focuses on designing a robust, efficient system that leverages the complementary nature of solar and wind energy sources to ensure a consistent and reliable power supply.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 By incorporating ANN control strategies, the system dynamically adjusts to fluctuations in energy production and demand, optimizing the charging process for EVs.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 The proposed hybrid system not only improves energy efficiency but also reduces dependency on the conventional grid, promoting sustainable and eco-friendly transportation solutions.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Simulation results demonstrate significant performance gains in terms of energy utilization and charging speed, highlighting the potential of ANN-controlled hybrid systems in advancing the EV charging infrastructure.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710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3409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837127"/>
            <a:ext cx="10017171" cy="5859887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Electric Vehicles (EVs)  are reduce </a:t>
            </a:r>
            <a:r>
              <a:rPr lang="en-IN" b="1" dirty="0"/>
              <a:t>environmental pollution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charging that EVs using power which is generating from renewable sources which are coal, nuclear energy etc.., which leads to environment pollution and global warming.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 Hybrid power system which is generating power from Solar/Wind can reduce  environmental pollution.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Hybrid RES combining solar photovoltaic (PV) and wind turbines have gained traction for their ability to provide a balanced energy output under varying weather conditions.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Traditional control methods often fail to optimize the utilization of renewable resources, leading to inefficiencies in energy distribution and higher operational costs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/>
              <a:t>Recent advancements in artificial intelligence, particularly Artificial Neural Networks (ANNs), have demonstrated remarkable capabilities in optimizing nonlinear and complex systems.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45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618187"/>
            <a:ext cx="9977414" cy="54231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ANNs, with their ability to learn and adapt to dynamic scenarios, can effectively manage energy flow in hybrid systems, maximizing power output while maintaining grid stability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proposes an ANN-controlled solar/wind hybrid power system aimed at enhancing EV charging performance.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Showcasing its superiority in terms of energy efficiency and charging reliability over conventional methods.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contributes to the development of sustainable EV charging infrastructure by integrating intelligent control mechanisms into renewable energy systems, thus promoting a cleaner and greener transportation future. </a:t>
            </a:r>
          </a:p>
          <a:p>
            <a:pPr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964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082BE-9B3B-7B0F-6B85-981F36A31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92FE9-9BDC-26B3-9E9C-BE6D1CA85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70" y="84841"/>
            <a:ext cx="8596668" cy="82424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71A78-B37A-4AA4-5B85-B669BD7F1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824248"/>
            <a:ext cx="9897901" cy="603375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dirty="0"/>
              <a:t>[1] </a:t>
            </a:r>
            <a:r>
              <a:rPr lang="en-IN" sz="2000" dirty="0" err="1"/>
              <a:t>Liserre</a:t>
            </a:r>
            <a:r>
              <a:rPr lang="en-IN" sz="2000" dirty="0"/>
              <a:t>, M., Sauter, T., &amp; Hung,(2021). "Future energy systems: Integrating renewable energy sources into the smart power grid through industrial electronics". IEEE Industrial Electronics Magazine. (</a:t>
            </a:r>
            <a:r>
              <a:rPr lang="en-US" sz="2000" b="1" dirty="0"/>
              <a:t>DC Microgrid-Based EV Charging Stations</a:t>
            </a:r>
            <a:r>
              <a:rPr lang="en-US" sz="2000" dirty="0"/>
              <a:t>)</a:t>
            </a:r>
            <a:endParaRPr lang="en-IN" sz="20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/>
              <a:t>[2] </a:t>
            </a:r>
            <a:r>
              <a:rPr lang="en-US" sz="2000" dirty="0"/>
              <a:t>Bansal, R. C., et al. (2024). "Application of ANN in smart grid and renewable energy systems". Renewable and Sustainable Energy Reviews.(</a:t>
            </a:r>
            <a:r>
              <a:rPr lang="en-US" sz="2000" b="1" dirty="0"/>
              <a:t>Artificial Neural Network (ANN) in Power Systems)</a:t>
            </a:r>
            <a:endParaRPr lang="en-IN" sz="20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/>
              <a:t>[3] </a:t>
            </a:r>
            <a:r>
              <a:rPr lang="en-US" sz="2000" dirty="0"/>
              <a:t>Kamel, R. M., &amp; </a:t>
            </a:r>
            <a:r>
              <a:rPr lang="en-US" sz="2000" dirty="0" err="1"/>
              <a:t>Chaouachi</a:t>
            </a:r>
            <a:r>
              <a:rPr lang="en-US" sz="2000" dirty="0"/>
              <a:t>, A. (2022). "ANN-based coordinated control for EV fast charging stations integrated with microgrid". IEEE Transactions on Smart Grid. </a:t>
            </a:r>
            <a:r>
              <a:rPr lang="en-US" sz="2000" b="1" dirty="0"/>
              <a:t>(Control Strategies for EV Fast Charging Using ANN)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/>
              <a:t>[4] Guerrero, J. M., et al. (2022). "Hierarchical control of droop- controlled AC and DC microgrids—A general approach toward standardization". IEEE Transactions on Industrial Electronics</a:t>
            </a:r>
            <a:r>
              <a:rPr lang="en-US" sz="2000" b="1" dirty="0"/>
              <a:t>.(</a:t>
            </a:r>
            <a:r>
              <a:rPr lang="en-IN" sz="2000" b="1" dirty="0"/>
              <a:t> Renewable Energy Integration )</a:t>
            </a:r>
            <a:endParaRPr lang="en-US" sz="20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/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523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30087"/>
            <a:ext cx="8596668" cy="80838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65130"/>
            <a:ext cx="8596668" cy="388077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In Existing methods of charging electric vehicles primary on non-renewable energy sources. Even when renewable sources are used, they are often limited to either solar or wind energy individually, resulting in reduced system reliability.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890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72352"/>
            <a:ext cx="8596668" cy="77992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existing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45434"/>
            <a:ext cx="8596668" cy="3880773"/>
          </a:xfrm>
        </p:spPr>
        <p:txBody>
          <a:bodyPr/>
          <a:lstStyle/>
          <a:p>
            <a:pPr lvl="0"/>
            <a:r>
              <a:rPr lang="en-IN" dirty="0"/>
              <a:t>Less Reliability</a:t>
            </a:r>
          </a:p>
          <a:p>
            <a:pPr lvl="0"/>
            <a:r>
              <a:rPr lang="en-US" b="1" dirty="0"/>
              <a:t>Poor energy management</a:t>
            </a:r>
            <a:r>
              <a:rPr lang="en-US" dirty="0"/>
              <a:t> without intelligent control</a:t>
            </a:r>
            <a:endParaRPr lang="en-IN" dirty="0"/>
          </a:p>
          <a:p>
            <a:r>
              <a:rPr lang="en-US" b="1" dirty="0"/>
              <a:t>Power losses</a:t>
            </a:r>
            <a:r>
              <a:rPr lang="en-US" dirty="0"/>
              <a:t> due to poor decision-making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106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888642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85760"/>
            <a:ext cx="8596668" cy="388077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sz="2400" dirty="0"/>
              <a:t>In the proposed method, a hybrid system combining solar and wind energy is used to charge electric vehicles both during the day and at night, thereby increasing system reliability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In extension method we replace the PI Controller of Buck converter with ANN Controller For better Performance to charge the Electrical Vehicles. </a:t>
            </a:r>
          </a:p>
          <a:p>
            <a:pPr algn="just">
              <a:lnSpc>
                <a:spcPct val="150000"/>
              </a:lnSpc>
            </a:pPr>
            <a:endParaRPr lang="en-IN" sz="2400" dirty="0"/>
          </a:p>
          <a:p>
            <a:pPr algn="just">
              <a:lnSpc>
                <a:spcPct val="150000"/>
              </a:lnSpc>
            </a:pPr>
            <a:endParaRPr lang="en-IN" sz="2400" dirty="0"/>
          </a:p>
          <a:p>
            <a:pPr algn="just">
              <a:lnSpc>
                <a:spcPct val="150000"/>
              </a:lnSpc>
            </a:pP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3510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0E66-A9A3-1306-D674-B4D8A9518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70E1-6503-E6C9-6786-F8AAF90FE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64545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 controller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B3EC0-72FD-A43D-84AE-5E9699872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85482"/>
            <a:ext cx="8596668" cy="632908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The ANN in this system is trained to generate precise gate pulses for the buck converters, ensuring stable voltage and current delivery to the EVs. </a:t>
            </a:r>
            <a:endParaRPr lang="en-IN" sz="2400" dirty="0"/>
          </a:p>
          <a:p>
            <a:pPr algn="just">
              <a:lnSpc>
                <a:spcPct val="150000"/>
              </a:lnSpc>
            </a:pPr>
            <a:r>
              <a:rPr lang="en-US" sz="2400" dirty="0"/>
              <a:t>The ANN's ability to adapt to real-time changes in load conditions significantly improves the reliability and robustness of the charging process.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when multiple EVs are connected for charging simultaneously, the ANN dynamically adjusts the duty cycles of the buck converters, balancing the load across all charging ports.</a:t>
            </a:r>
          </a:p>
          <a:p>
            <a:pPr algn="just">
              <a:lnSpc>
                <a:spcPct val="150000"/>
              </a:lnSpc>
            </a:pPr>
            <a:endParaRPr lang="en-IN" sz="2400" dirty="0"/>
          </a:p>
          <a:p>
            <a:pPr algn="just">
              <a:lnSpc>
                <a:spcPct val="150000"/>
              </a:lnSpc>
            </a:pPr>
            <a:endParaRPr lang="en-IN" sz="2400" dirty="0"/>
          </a:p>
          <a:p>
            <a:pPr algn="just">
              <a:lnSpc>
                <a:spcPct val="150000"/>
              </a:lnSpc>
            </a:pPr>
            <a:endParaRPr lang="en-IN" sz="2400" dirty="0"/>
          </a:p>
          <a:p>
            <a:pPr algn="just">
              <a:lnSpc>
                <a:spcPct val="150000"/>
              </a:lnSpc>
            </a:pP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8679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9B96-7371-BCD0-50C8-EC0E3746F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This intelligent control mechanism minimizes voltage ripples and energy losses, ensuring that each EV is charged efficiently </a:t>
            </a:r>
            <a:r>
              <a:rPr lang="en-IN" dirty="0"/>
              <a:t>without overloading the system.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8ECE201-8D62-3F9C-248D-77516B83B76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7718" b="1771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125E2-92FE-FC85-1A79-9D65D637D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5862918"/>
            <a:ext cx="8596667" cy="833717"/>
          </a:xfrm>
        </p:spPr>
        <p:txBody>
          <a:bodyPr>
            <a:normAutofit/>
          </a:bodyPr>
          <a:lstStyle/>
          <a:p>
            <a:r>
              <a:rPr lang="en-US" sz="2400" dirty="0"/>
              <a:t>The diagram represents a </a:t>
            </a:r>
            <a:r>
              <a:rPr lang="en-US" sz="2400" b="1" dirty="0"/>
              <a:t>Function Fitting Neural Network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94558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A02B-959A-ED22-C8C9-171A8DB29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528918"/>
            <a:ext cx="8596668" cy="1326776"/>
          </a:xfrm>
        </p:spPr>
        <p:txBody>
          <a:bodyPr>
            <a:normAutofit fontScale="90000"/>
          </a:bodyPr>
          <a:lstStyle/>
          <a:p>
            <a:r>
              <a:rPr lang="en-US" dirty="0"/>
              <a:t>Advantages of ANN controller over PI controller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55ACB-ECD3-3772-0592-710CAA9C8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2376" y="-645459"/>
            <a:ext cx="8942309" cy="738691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Enhances the hybrid system's performance by ensuring faster response times and superior control accuracy compared to conventional controllers.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This feature prevents overloading and ensures fair power distribution among the connected vehicles.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The Hybrid system at peak efficiency while maintaining the flexibility to adapt to real world challenges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00F47-D7C1-89E5-B271-D65025860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660" y="4365811"/>
            <a:ext cx="5136448" cy="189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08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888642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365" y="6702811"/>
            <a:ext cx="119108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03031" y="16742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738648" y="5796589"/>
            <a:ext cx="41216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/>
              <a:t>Fig. 1. Charging station block diagram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273C52-C304-4D4B-A9C4-B9ED54BEB9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05715" y="888641"/>
            <a:ext cx="8345873" cy="464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42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735106"/>
            <a:ext cx="8596668" cy="92320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8313"/>
            <a:ext cx="8596668" cy="3880773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More Reliability</a:t>
            </a:r>
          </a:p>
          <a:p>
            <a:pPr lvl="0"/>
            <a:r>
              <a:rPr lang="en-IN" dirty="0"/>
              <a:t>Zero Pollution </a:t>
            </a:r>
          </a:p>
          <a:p>
            <a:pPr lvl="0"/>
            <a:r>
              <a:rPr lang="en-IN" dirty="0"/>
              <a:t>Less maintains </a:t>
            </a:r>
          </a:p>
          <a:p>
            <a:pPr lvl="0"/>
            <a:r>
              <a:rPr lang="en-US" dirty="0"/>
              <a:t>No Need for Exact Mathematical Model</a:t>
            </a:r>
          </a:p>
          <a:p>
            <a:pPr lvl="0"/>
            <a:r>
              <a:rPr lang="en-US" dirty="0"/>
              <a:t>Off-Grid / Remote Area EV Charging Systems</a:t>
            </a:r>
          </a:p>
          <a:p>
            <a:pPr lvl="0"/>
            <a:r>
              <a:rPr lang="en-IN" dirty="0"/>
              <a:t>Renewable energy Generation System </a:t>
            </a:r>
          </a:p>
          <a:p>
            <a:pPr lvl="0"/>
            <a:r>
              <a:rPr lang="en-IN" dirty="0"/>
              <a:t>Micro Grid System </a:t>
            </a:r>
          </a:p>
          <a:p>
            <a:pPr lvl="0"/>
            <a:r>
              <a:rPr lang="en-IN" dirty="0"/>
              <a:t>EV Charging Applications.</a:t>
            </a:r>
          </a:p>
          <a:p>
            <a:r>
              <a:rPr lang="en-IN" dirty="0"/>
              <a:t> Battery Management Systems (BMS)</a:t>
            </a:r>
          </a:p>
          <a:p>
            <a:pPr lvl="0"/>
            <a:endParaRPr lang="en-US" dirty="0"/>
          </a:p>
          <a:p>
            <a:pPr lvl="0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750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8B05-62A5-4E85-8ACB-FCEA7F7A7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Simulation Results 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BD6CC7-2383-4E8C-9CAB-A87C2D366B1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3930" y="1431235"/>
            <a:ext cx="6997148" cy="42539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8C0FB9-BE63-4562-B894-4669498DF2D2}"/>
              </a:ext>
            </a:extLst>
          </p:cNvPr>
          <p:cNvSpPr/>
          <p:nvPr/>
        </p:nvSpPr>
        <p:spPr>
          <a:xfrm>
            <a:off x="3648098" y="5897218"/>
            <a:ext cx="4551246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1 Simulation Diagram of proposed System.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172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F8EB5-D9C3-5632-3B34-3FB140D5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77906"/>
            <a:ext cx="8596667" cy="770965"/>
          </a:xfrm>
        </p:spPr>
        <p:txBody>
          <a:bodyPr/>
          <a:lstStyle/>
          <a:p>
            <a:r>
              <a:rPr lang="en-US" dirty="0"/>
              <a:t>Schematic in simulation</a:t>
            </a: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5DDCD2C-B608-625A-32CF-0931CD0ECC4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26" r="226"/>
          <a:stretch>
            <a:fillRect/>
          </a:stretch>
        </p:blipFill>
        <p:spPr>
          <a:xfrm>
            <a:off x="869576" y="1048871"/>
            <a:ext cx="8404426" cy="332590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90F84-FD82-A76E-EF69-385ECA4C4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44707" y="4374777"/>
            <a:ext cx="10470776" cy="600636"/>
          </a:xfrm>
        </p:spPr>
        <p:txBody>
          <a:bodyPr>
            <a:normAutofit/>
          </a:bodyPr>
          <a:lstStyle/>
          <a:p>
            <a:r>
              <a:rPr lang="en-US" dirty="0"/>
              <a:t>BUCK CONVERTER WITH ANN CONTROLLER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204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31">
            <a:extLst>
              <a:ext uri="{FF2B5EF4-FFF2-40B4-BE49-F238E27FC236}">
                <a16:creationId xmlns:a16="http://schemas.microsoft.com/office/drawing/2014/main" id="{7944FA64-57F3-56DB-6E43-49ED8CECFCFC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563" y="646922"/>
            <a:ext cx="9797145" cy="498876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D4A99-CFD5-733C-C6F7-9B8BB6B27558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4800600"/>
            <a:ext cx="8596313" cy="1241425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 to dc converter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ouput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557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B7E5C29E-9B51-4747-B3D2-2BB10364E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7861328-7559-4808-B4D8-C6654C869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861" y="3098094"/>
            <a:ext cx="19287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2(a) Solar Out Put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FB0399-B901-4445-BEAB-56572D7F9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314" y="6137035"/>
            <a:ext cx="33435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2(b) Boost converters Out Put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4219A-BB98-2886-9F51-038580543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563" y="260787"/>
            <a:ext cx="7259217" cy="27551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38EA67-54A0-F7E3-E618-5455E363B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563" y="3578330"/>
            <a:ext cx="7259216" cy="243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12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C65F2F-684E-4963-925C-9AAABEF3D10A}"/>
              </a:ext>
            </a:extLst>
          </p:cNvPr>
          <p:cNvSpPr/>
          <p:nvPr/>
        </p:nvSpPr>
        <p:spPr>
          <a:xfrm>
            <a:off x="5013940" y="3197302"/>
            <a:ext cx="2164119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3(a) DC link Voltage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1B963A-0863-4D58-ACAC-505DD52A3288}"/>
              </a:ext>
            </a:extLst>
          </p:cNvPr>
          <p:cNvSpPr/>
          <p:nvPr/>
        </p:nvSpPr>
        <p:spPr>
          <a:xfrm>
            <a:off x="4840826" y="6175726"/>
            <a:ext cx="2907912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3(b) Buck Converter Voltage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1B2795-842D-67CD-DFE1-B0AE9C93A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420" y="849959"/>
            <a:ext cx="7632441" cy="23473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C1D898-0A77-2CB1-F120-0A454101E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603" y="3769567"/>
            <a:ext cx="7119257" cy="223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813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738F33-55C3-4D4B-9B86-DCE0D69EA0A4}"/>
              </a:ext>
            </a:extLst>
          </p:cNvPr>
          <p:cNvSpPr/>
          <p:nvPr/>
        </p:nvSpPr>
        <p:spPr>
          <a:xfrm>
            <a:off x="2111422" y="4853823"/>
            <a:ext cx="2005677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Fig4 EV1 Out Puts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6E34E7-CDFD-460D-B5A2-7DFBA9514847}"/>
              </a:ext>
            </a:extLst>
          </p:cNvPr>
          <p:cNvSpPr/>
          <p:nvPr/>
        </p:nvSpPr>
        <p:spPr>
          <a:xfrm>
            <a:off x="8074903" y="4678018"/>
            <a:ext cx="2005677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Fig5 EV2 Out Puts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ACAB13-AF93-F7FB-70F6-4EEE0C649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85" y="951722"/>
            <a:ext cx="5582816" cy="37262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CC3058-C16E-72C3-581D-68F07A815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162" y="951721"/>
            <a:ext cx="5582815" cy="372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12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4AFC8-89B1-4221-A4FE-59BDCF050A53}"/>
              </a:ext>
            </a:extLst>
          </p:cNvPr>
          <p:cNvSpPr/>
          <p:nvPr/>
        </p:nvSpPr>
        <p:spPr>
          <a:xfrm>
            <a:off x="8604988" y="4694797"/>
            <a:ext cx="2005677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Fig7 EV4 Out Puts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C21CD6-0B6C-4761-AD8F-D279B527A11A}"/>
              </a:ext>
            </a:extLst>
          </p:cNvPr>
          <p:cNvSpPr/>
          <p:nvPr/>
        </p:nvSpPr>
        <p:spPr>
          <a:xfrm>
            <a:off x="2082115" y="4694796"/>
            <a:ext cx="2005677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Fig6 EV3 Out Puts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8FE391-2987-0117-B9BB-974D1DF83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43" y="1343608"/>
            <a:ext cx="5321558" cy="30324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453A2D-FE4F-D4EA-48D1-753B3D496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115" y="1427584"/>
            <a:ext cx="5094514" cy="282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540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18C635-1462-41D1-BFB9-A5E45F81BB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95933" y="655775"/>
            <a:ext cx="4638676" cy="16103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A8614D-CE1A-4688-BA99-5313D2BCE0D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8539" y="3002944"/>
            <a:ext cx="5627315" cy="21447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CE4B76-66D6-4BE1-8DD2-F17A4E2D87AE}"/>
              </a:ext>
            </a:extLst>
          </p:cNvPr>
          <p:cNvSpPr/>
          <p:nvPr/>
        </p:nvSpPr>
        <p:spPr>
          <a:xfrm>
            <a:off x="145774" y="5613483"/>
            <a:ext cx="6096000" cy="8788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10 Zoomed results of Electrical Vehicle Battery Voltage with Buck converter Controlled by PI Controller 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088920-C3F1-4A9D-BBBA-8F005B7CC886}"/>
              </a:ext>
            </a:extLst>
          </p:cNvPr>
          <p:cNvSpPr/>
          <p:nvPr/>
        </p:nvSpPr>
        <p:spPr>
          <a:xfrm>
            <a:off x="673981" y="2171135"/>
            <a:ext cx="4756430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9 Buck converter Controller with PI Control.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1D1D1A-4F90-489F-8E33-6D4767078A0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326149" y="3149990"/>
            <a:ext cx="5489932" cy="21447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E33C78-ACD0-48FD-BEF5-5923AEB5BFFC}"/>
              </a:ext>
            </a:extLst>
          </p:cNvPr>
          <p:cNvSpPr/>
          <p:nvPr/>
        </p:nvSpPr>
        <p:spPr>
          <a:xfrm>
            <a:off x="5950226" y="5494214"/>
            <a:ext cx="6096000" cy="8788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11 Zoomed results of Electrical Vehicle Battery Voltage with Buck converter Controlled by ANN Controller 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BE656A-06AC-44BD-A6FA-25FE3788423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611896" y="446847"/>
            <a:ext cx="4772660" cy="18192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9FBF936-65DB-45CA-804E-EC036EFCE1CA}"/>
              </a:ext>
            </a:extLst>
          </p:cNvPr>
          <p:cNvSpPr/>
          <p:nvPr/>
        </p:nvSpPr>
        <p:spPr>
          <a:xfrm>
            <a:off x="6345934" y="2355160"/>
            <a:ext cx="5038622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2 Buck converter Controller with ANN Control.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162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2ADA5-D651-4344-9991-844BEC387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C8568-4AD4-491A-B0D2-7E5A827A9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86" y="1563757"/>
            <a:ext cx="9488557" cy="447760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The design of a solar/wind hybrid power system for charging electric vehicles presents a sustainable and efficient solution to meet the growing demand for clean energy in transportation.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 This system leverages the complementary nature of solar and wind resources, ensuring a more reliable and continuous power supply.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By integrating these renewable energy sources, the proposed hybrid system not only reduces dependence on fossil fuels but also minimizes environmental impact.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 This approach not only supports the transition to green energy but also provides a scalable and adaptable framework for future advancements in renewable energy technology and electric vehicle infrastructure.</a:t>
            </a:r>
            <a:r>
              <a:rPr lang="en-IN" b="1" dirty="0"/>
              <a:t> 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1295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A7D7-0C42-4057-8B9E-A07DF6712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C315-34DC-F1AA-E113-935641490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research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A4BBC-37AB-A556-055F-9B8B1C9AD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86" y="1563757"/>
            <a:ext cx="9488557" cy="447760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b="1" dirty="0"/>
              <a:t>Improve Controller Performance:</a:t>
            </a:r>
            <a:endParaRPr lang="en-IN" dirty="0"/>
          </a:p>
          <a:p>
            <a:r>
              <a:rPr lang="en-IN" dirty="0"/>
              <a:t>Future work can focus on replacing ANN controllers with intelligent controllers such as ANFIS to improve system performance</a:t>
            </a:r>
          </a:p>
          <a:p>
            <a:pPr marL="0" indent="0">
              <a:buNone/>
            </a:pPr>
            <a:r>
              <a:rPr lang="en-IN" b="1" dirty="0"/>
              <a:t>Add More Renewable Sources</a:t>
            </a:r>
            <a:endParaRPr lang="en-IN" dirty="0"/>
          </a:p>
          <a:p>
            <a:r>
              <a:rPr lang="en-IN" dirty="0"/>
              <a:t>Add Fuel cell, Biogas they Make system more reliable</a:t>
            </a:r>
          </a:p>
          <a:p>
            <a:pPr marL="0" lvl="0" indent="0">
              <a:buNone/>
            </a:pPr>
            <a:r>
              <a:rPr lang="en-IN" b="1" dirty="0"/>
              <a:t>Battery Optimization controller </a:t>
            </a:r>
            <a:endParaRPr lang="en-IN" dirty="0"/>
          </a:p>
          <a:p>
            <a:pPr lvl="0"/>
            <a:r>
              <a:rPr lang="en-IN" dirty="0"/>
              <a:t>Improve battery usage </a:t>
            </a:r>
          </a:p>
          <a:p>
            <a:pPr lvl="0"/>
            <a:r>
              <a:rPr lang="en-IN" dirty="0"/>
              <a:t>Avoid overcharging and deep discharge </a:t>
            </a:r>
          </a:p>
          <a:p>
            <a:r>
              <a:rPr lang="en-IN" dirty="0"/>
              <a:t>Battery management strategies can be improved to increase battery life and efficiency. </a:t>
            </a:r>
          </a:p>
          <a:p>
            <a:pPr algn="just">
              <a:lnSpc>
                <a:spcPct val="150000"/>
              </a:lnSpc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4004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2121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862" y="721217"/>
            <a:ext cx="10441240" cy="550730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sz="2000" dirty="0"/>
              <a:t>[1] V. Khare, S. Nema, and P. </a:t>
            </a:r>
            <a:r>
              <a:rPr lang="en-IN" sz="2000" dirty="0" err="1"/>
              <a:t>Baredar</a:t>
            </a:r>
            <a:r>
              <a:rPr lang="en-IN" sz="2000" dirty="0"/>
              <a:t>, "Solar–wind hybrid renewable energy system: A review," Renewable and Sustainable Energy Reviews, vol. 58, pp. 23-33, 2016.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[2] L. </a:t>
            </a:r>
            <a:r>
              <a:rPr lang="en-IN" sz="2000" dirty="0" err="1"/>
              <a:t>Khalvati</a:t>
            </a:r>
            <a:r>
              <a:rPr lang="en-IN" sz="2000" dirty="0"/>
              <a:t> and L. </a:t>
            </a:r>
            <a:r>
              <a:rPr lang="en-IN" sz="2000" dirty="0" err="1"/>
              <a:t>Khalvati</a:t>
            </a:r>
            <a:r>
              <a:rPr lang="en-IN" sz="2000" dirty="0"/>
              <a:t>, "Estimating Potential Solar Energy With Three Different Architecture Designs Using Crystalline Silicon Modules." 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[3] A. Balal and M. </a:t>
            </a:r>
            <a:r>
              <a:rPr lang="en-IN" sz="2000" dirty="0" err="1"/>
              <a:t>Giesselmann</a:t>
            </a:r>
            <a:r>
              <a:rPr lang="en-IN" sz="2000" dirty="0"/>
              <a:t>, "PV to Vehicle, PV to Grid, Vehicle to Grid, and Grid to Vehicle Micro Grid System Using Level Three Charging Station," in 2022 IEEE Green Technologies Conference (GreenTech), 2022: IEEE, pp. 25-30.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 [4] Y. Wu, Z. Liu, J. Liu, H. Xiao, R. Liu, and L. Zhang, "Optimal battery capacity of grid-connected PV-battery systems considering battery degradation," Renewable Energy, vol. 181, pp. 10-23, 2022.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 [5] A. T. Balal, M. Abedi, and F. Shahabi, "Optimized generated power of a solar PV system using an intelligent tracking technique," 2021.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800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8550" y="2515672"/>
            <a:ext cx="8596668" cy="1320800"/>
          </a:xfrm>
        </p:spPr>
        <p:txBody>
          <a:bodyPr>
            <a:noAutofit/>
          </a:bodyPr>
          <a:lstStyle/>
          <a:p>
            <a:r>
              <a:rPr lang="en-US" sz="9600" dirty="0">
                <a:solidFill>
                  <a:schemeClr val="tx1"/>
                </a:solidFill>
                <a:latin typeface="Algerian" panose="04020705040A02060702" pitchFamily="82" charset="0"/>
              </a:rPr>
              <a:t>THANK YOU</a:t>
            </a:r>
            <a:endParaRPr lang="en-IN" sz="96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4606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472</TotalTime>
  <Words>1419</Words>
  <Application>Microsoft Office PowerPoint</Application>
  <PresentationFormat>Widescreen</PresentationFormat>
  <Paragraphs>111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Algerian</vt:lpstr>
      <vt:lpstr>Arial</vt:lpstr>
      <vt:lpstr>Calibri</vt:lpstr>
      <vt:lpstr>Times New Roman</vt:lpstr>
      <vt:lpstr>Trebuchet MS</vt:lpstr>
      <vt:lpstr>Wingdings</vt:lpstr>
      <vt:lpstr>Wingdings 3</vt:lpstr>
      <vt:lpstr>Facet</vt:lpstr>
      <vt:lpstr>Enhancing EV Charging Performance with ANN-Controlled Solar/Wind Hybrid Systems</vt:lpstr>
      <vt:lpstr>Contents</vt:lpstr>
      <vt:lpstr>Abstract</vt:lpstr>
      <vt:lpstr>Introduction</vt:lpstr>
      <vt:lpstr>PowerPoint Presentation</vt:lpstr>
      <vt:lpstr>Literature review</vt:lpstr>
      <vt:lpstr>Existing method</vt:lpstr>
      <vt:lpstr>Disadvantages of existing system</vt:lpstr>
      <vt:lpstr>Proposed method</vt:lpstr>
      <vt:lpstr>ANN controller</vt:lpstr>
      <vt:lpstr>This intelligent control mechanism minimizes voltage ripples and energy losses, ensuring that each EV is charged efficiently without overloading the system. </vt:lpstr>
      <vt:lpstr>Advantages of ANN controller over PI controller</vt:lpstr>
      <vt:lpstr>Block diagram </vt:lpstr>
      <vt:lpstr>Advantages of proposed system</vt:lpstr>
      <vt:lpstr>Simulation Results </vt:lpstr>
      <vt:lpstr>Schematic in simulation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research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Unidirectional Cascaded High-Power Wind Converter with Reduced Number of Active Devices</dc:title>
  <dc:creator>Tiruveedhula Ashok</dc:creator>
  <cp:lastModifiedBy>DELL</cp:lastModifiedBy>
  <cp:revision>42</cp:revision>
  <dcterms:created xsi:type="dcterms:W3CDTF">2024-01-20T12:15:05Z</dcterms:created>
  <dcterms:modified xsi:type="dcterms:W3CDTF">2026-04-11T06:34:58Z</dcterms:modified>
</cp:coreProperties>
</file>